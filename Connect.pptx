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0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CHOOSE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" y="5029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POLAR H10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22860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 Standard in Heart Rate Monitoring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" y="1920240"/>
            <a:ext cx="5029200" cy="2286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2148840"/>
            <a:ext cx="502920" cy="50292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2203704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1031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Unmatched Accuracy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23774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Medical-grade ECG precision — track every beat reliably during any workout intensity.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28600" y="3044952"/>
            <a:ext cx="502920" cy="50292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3099816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2960" y="29992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Connectivity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22960" y="32735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instantly with 100s of devices via dual Bluetooth® LE &amp; ANT+ 2.1 protocols.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28600" y="3941064"/>
            <a:ext cx="502920" cy="50292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399592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" y="389534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Tough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2960" y="416966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WR30 waterproof, -10°C to 50°C operating range — works wherever you train.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532120" y="365760"/>
            <a:ext cx="1600200" cy="105156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532120" y="365760"/>
            <a:ext cx="1600200" cy="36576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475488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035040" y="45720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90m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5623560" y="960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Range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287768" y="365760"/>
            <a:ext cx="1600200" cy="105156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287768" y="365760"/>
            <a:ext cx="1600200" cy="36576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4928" y="475488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790688" y="45720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WR30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7379208" y="960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Resistance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5532120" y="1554480"/>
            <a:ext cx="1600200" cy="105156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5532120" y="1554480"/>
            <a:ext cx="1600200" cy="36576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0" y="1664208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035040" y="164592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ANT+</a:t>
            </a:r>
            <a:endParaRPr lang="en-US" sz="1800" dirty="0"/>
          </a:p>
        </p:txBody>
      </p:sp>
      <p:sp>
        <p:nvSpPr>
          <p:cNvPr id="33" name="Text 25"/>
          <p:cNvSpPr/>
          <p:nvPr/>
        </p:nvSpPr>
        <p:spPr>
          <a:xfrm>
            <a:off x="5623560" y="2148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Bluetooth® LE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7287768" y="1554480"/>
            <a:ext cx="1600200" cy="105156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287768" y="1554480"/>
            <a:ext cx="1600200" cy="36576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4928" y="1664208"/>
            <a:ext cx="347472" cy="34747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790688" y="164592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64MHz</a:t>
            </a:r>
            <a:endParaRPr lang="en-US" sz="1800" dirty="0"/>
          </a:p>
        </p:txBody>
      </p:sp>
      <p:sp>
        <p:nvSpPr>
          <p:cNvPr id="38" name="Text 29"/>
          <p:cNvSpPr/>
          <p:nvPr/>
        </p:nvSpPr>
        <p:spPr>
          <a:xfrm>
            <a:off x="7379208" y="2148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 Speed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5532120" y="2651760"/>
            <a:ext cx="3401568" cy="233172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5532120" y="2651760"/>
            <a:ext cx="3401568" cy="36576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2788920"/>
            <a:ext cx="1737360" cy="155448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577840" y="43891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0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ECG-Accurate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5577840" y="47365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 Sensor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22860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polar.com  |  Polar H10  |  Confidential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868680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23544"/>
            <a:ext cx="9144000" cy="36576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5544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Specifications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— nothing you don't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45720"/>
            <a:ext cx="777240" cy="777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1168" y="1097280"/>
            <a:ext cx="2651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01168" y="1097280"/>
            <a:ext cx="45720" cy="1298448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0896" y="1188720"/>
            <a:ext cx="365760" cy="365760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22529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" y="1207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10896" y="15727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0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Bluetooth® LE dual mode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10896" y="1828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0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ANT+ 2.1 protocol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10896" y="20848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0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90m broadcast range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145536" y="1097280"/>
            <a:ext cx="2651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145536" y="1097280"/>
            <a:ext cx="45720" cy="1298448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255264" y="1188720"/>
            <a:ext cx="365760" cy="365760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225296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694176" y="1207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3255264" y="15727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0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WR30 waterproof rating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3255264" y="1828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0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-10°C to 50°C range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3255264" y="20848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0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plastic casing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089904" y="1097280"/>
            <a:ext cx="2651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089904" y="1097280"/>
            <a:ext cx="45720" cy="1298448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199632" y="1188720"/>
            <a:ext cx="365760" cy="365760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1225296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638544" y="1207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6199632" y="15727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0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 mAh coin cell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6199632" y="1828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0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training sessions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6199632" y="20848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0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replacement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201168" y="2514600"/>
            <a:ext cx="2651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201168" y="2514600"/>
            <a:ext cx="45720" cy="1298448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310896" y="2606040"/>
            <a:ext cx="365760" cy="365760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2642616"/>
            <a:ext cx="292608" cy="29260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49808" y="2624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310896" y="29900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0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MHz processor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310896" y="3246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0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mode included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310896" y="35021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0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Updateable firmware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3145536" y="2514600"/>
            <a:ext cx="2651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3145536" y="2514600"/>
            <a:ext cx="45720" cy="1298448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3255264" y="2606040"/>
            <a:ext cx="365760" cy="365760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2642616"/>
            <a:ext cx="292608" cy="292608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3694176" y="2624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00" dirty="0"/>
          </a:p>
        </p:txBody>
      </p:sp>
      <p:sp>
        <p:nvSpPr>
          <p:cNvPr id="44" name="Text 36"/>
          <p:cNvSpPr/>
          <p:nvPr/>
        </p:nvSpPr>
        <p:spPr>
          <a:xfrm>
            <a:off x="3255264" y="29900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0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accelerometer</a:t>
            </a:r>
            <a:endParaRPr lang="en-US" sz="1050" dirty="0"/>
          </a:p>
        </p:txBody>
      </p:sp>
      <p:sp>
        <p:nvSpPr>
          <p:cNvPr id="45" name="Text 37"/>
          <p:cNvSpPr/>
          <p:nvPr/>
        </p:nvSpPr>
        <p:spPr>
          <a:xfrm>
            <a:off x="3255264" y="3246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0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× 34 × 10 mm</a:t>
            </a:r>
            <a:endParaRPr lang="en-US" sz="1050" dirty="0"/>
          </a:p>
        </p:txBody>
      </p:sp>
      <p:sp>
        <p:nvSpPr>
          <p:cNvPr id="46" name="Text 38"/>
          <p:cNvSpPr/>
          <p:nvPr/>
        </p:nvSpPr>
        <p:spPr>
          <a:xfrm>
            <a:off x="3255264" y="35021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0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21g sensor (no strap)</a:t>
            </a:r>
            <a:endParaRPr lang="en-US" sz="1050" dirty="0"/>
          </a:p>
        </p:txBody>
      </p:sp>
      <p:sp>
        <p:nvSpPr>
          <p:cNvPr id="47" name="Shape 39"/>
          <p:cNvSpPr/>
          <p:nvPr/>
        </p:nvSpPr>
        <p:spPr>
          <a:xfrm>
            <a:off x="6089904" y="2514600"/>
            <a:ext cx="2651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8" name="Shape 40"/>
          <p:cNvSpPr/>
          <p:nvPr/>
        </p:nvSpPr>
        <p:spPr>
          <a:xfrm>
            <a:off x="6089904" y="2514600"/>
            <a:ext cx="45720" cy="1298448"/>
          </a:xfrm>
          <a:prstGeom prst="rect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6199632" y="2606040"/>
            <a:ext cx="365760" cy="365760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6208" y="2642616"/>
            <a:ext cx="292608" cy="292608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6638544" y="2624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</a:t>
            </a:r>
            <a:endParaRPr lang="en-US" sz="1300" dirty="0"/>
          </a:p>
        </p:txBody>
      </p:sp>
      <p:sp>
        <p:nvSpPr>
          <p:cNvPr id="52" name="Text 43"/>
          <p:cNvSpPr/>
          <p:nvPr/>
        </p:nvSpPr>
        <p:spPr>
          <a:xfrm>
            <a:off x="6199632" y="29900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0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100+ apps</a:t>
            </a:r>
            <a:endParaRPr lang="en-US" sz="1050" dirty="0"/>
          </a:p>
        </p:txBody>
      </p:sp>
      <p:sp>
        <p:nvSpPr>
          <p:cNvPr id="53" name="Text 44"/>
          <p:cNvSpPr/>
          <p:nvPr/>
        </p:nvSpPr>
        <p:spPr>
          <a:xfrm>
            <a:off x="6199632" y="3246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0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Garmin, Apple, Wahoo</a:t>
            </a:r>
            <a:endParaRPr lang="en-US" sz="1050" dirty="0"/>
          </a:p>
        </p:txBody>
      </p:sp>
      <p:sp>
        <p:nvSpPr>
          <p:cNvPr id="54" name="Text 45"/>
          <p:cNvSpPr/>
          <p:nvPr/>
        </p:nvSpPr>
        <p:spPr>
          <a:xfrm>
            <a:off x="6199632" y="35021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0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API ecosystem</a:t>
            </a:r>
            <a:endParaRPr lang="en-US" sz="1050" dirty="0"/>
          </a:p>
        </p:txBody>
      </p:sp>
      <p:sp>
        <p:nvSpPr>
          <p:cNvPr id="55" name="Shape 4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6" name="Text 47"/>
          <p:cNvSpPr/>
          <p:nvPr/>
        </p:nvSpPr>
        <p:spPr>
          <a:xfrm>
            <a:off x="274320" y="47731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Maximum Accuracy   ✓  Broad Device Support   ✓  Athlete-Grade Durability   ✓  Easy Firmware Updates</a:t>
            </a:r>
            <a:endParaRPr lang="en-US" sz="1100" dirty="0"/>
          </a:p>
        </p:txBody>
      </p:sp>
      <p:sp>
        <p:nvSpPr>
          <p:cNvPr id="57" name="Text 48"/>
          <p:cNvSpPr/>
          <p:nvPr/>
        </p:nvSpPr>
        <p:spPr>
          <a:xfrm>
            <a:off x="228600" y="498348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polar.com  |  Polar H10  |  Confidential</a:t>
            </a:r>
            <a:endParaRPr lang="en-US" sz="800" dirty="0"/>
          </a:p>
        </p:txBody>
      </p:sp>
      <p:sp>
        <p:nvSpPr>
          <p:cNvPr id="58" name="Text 49"/>
          <p:cNvSpPr/>
          <p:nvPr/>
        </p:nvSpPr>
        <p:spPr>
          <a:xfrm>
            <a:off x="8686800" y="498348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Buy Polar H10</dc:title>
  <dc:subject>PptxGenJS Presentation</dc:subject>
  <dc:creator>PptxGenJS</dc:creator>
  <cp:lastModifiedBy>PptxGenJS</cp:lastModifiedBy>
  <cp:revision>1</cp:revision>
  <dcterms:created xsi:type="dcterms:W3CDTF">2026-04-26T20:13:14Z</dcterms:created>
  <dcterms:modified xsi:type="dcterms:W3CDTF">2026-04-26T20:13:14Z</dcterms:modified>
</cp:coreProperties>
</file>