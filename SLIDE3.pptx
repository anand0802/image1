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204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12161520" cy="6400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04120" y="128016"/>
            <a:ext cx="1828800" cy="56692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12801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914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Deployment — Foundation Model &amp; Lightweight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60350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Model  →  Smartwatch / Smart Ring  →  Real-Time Inference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2168957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1168" y="1051560"/>
            <a:ext cx="21689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 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" y="1389888"/>
            <a:ext cx="21689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SSL encoder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(128-dim)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88413" y="1353312"/>
            <a:ext cx="137160" cy="5486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98141" y="1298448"/>
            <a:ext cx="54864" cy="1645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98725" y="1005840"/>
            <a:ext cx="2168957" cy="74980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98725" y="1051560"/>
            <a:ext cx="21689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Distillation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98725" y="1389888"/>
            <a:ext cx="21689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Teacher → Student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4× smaller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85970" y="1353312"/>
            <a:ext cx="137160" cy="5486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95698" y="1298448"/>
            <a:ext cx="54864" cy="1645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96282" y="1005840"/>
            <a:ext cx="2168957" cy="749808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96282" y="1051560"/>
            <a:ext cx="21689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96282" y="1389888"/>
            <a:ext cx="21689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FP32 → INT8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4× memory saving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83526" y="1353312"/>
            <a:ext cx="137160" cy="5486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293254" y="1298448"/>
            <a:ext cx="54864" cy="1645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93838" y="1005840"/>
            <a:ext cx="2168957" cy="749808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93838" y="1051560"/>
            <a:ext cx="21689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TFLite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93838" y="1389888"/>
            <a:ext cx="21689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Platform-agnostic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inference graph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581083" y="1353312"/>
            <a:ext cx="137160" cy="5486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90811" y="1298448"/>
            <a:ext cx="54864" cy="1645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791395" y="1005840"/>
            <a:ext cx="2168957" cy="749808"/>
          </a:xfrm>
          <a:prstGeom prst="rect">
            <a:avLst/>
          </a:prstGeom>
          <a:solidFill>
            <a:srgbClr val="FFE4E6"/>
          </a:solidFill>
          <a:ln w="15240">
            <a:solidFill>
              <a:srgbClr val="DC2626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791395" y="1051560"/>
            <a:ext cx="21689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On-Device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791395" y="1389888"/>
            <a:ext cx="21689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Smartwatch MCU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 mobile app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60</Words>
  <Application>Microsoft Macintosh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Anand Mohan</cp:lastModifiedBy>
  <cp:revision>2</cp:revision>
  <dcterms:created xsi:type="dcterms:W3CDTF">2026-03-16T19:20:34Z</dcterms:created>
  <dcterms:modified xsi:type="dcterms:W3CDTF">2026-03-16T20:03:35Z</dcterms:modified>
</cp:coreProperties>
</file>