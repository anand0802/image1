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PPG Analysis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057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Industry-Level Observe → Plan → Act → Reflect Loop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2697480"/>
            <a:ext cx="8321040" cy="0"/>
          </a:xfrm>
          <a:prstGeom prst="line">
            <a:avLst/>
          </a:prstGeom>
          <a:noFill/>
          <a:ln w="1905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8346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2B (phi / gemma:2b / qwen2:1.5b)  </a:t>
            </a:r>
            <a:pPr indent="0" marL="0">
              <a:buNone/>
            </a:pPr>
            <a:r>
              <a:rPr lang="en-US" sz="15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WESAD (wrist PPG)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 @ 64 Hz  ·  ACC @ 32 Hz  ·  15 Subjects  ·  10-second windows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190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Truly Agentic?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3230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455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14553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Observe→Plan→Act→Reflect Loop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8587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8587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&amp; Signal Processing Fixes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1005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2B Models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719072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7190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17190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After: Code Improvements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432304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43230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24323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 Demo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145536"/>
            <a:ext cx="393192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14553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314553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84048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PPG signals contain noise, motion artefacts &amp; DC drift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15 subjects × 100 windows = massive data throughput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Clinicians need adaptive, explainable summaries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Small LLMs (2B) hallucinate on vague prompts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Single-turn scripts can't react to analysis failures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023360" cy="374904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Solution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15727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Normalised bandpass + prominence filtering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2029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Orchestrator spawns one agent per subject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916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LLM generates structured clinical reports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Constraint-heavy prompts + JSON fallback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9160" y="3401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Reflect step detects &amp; retries bad reports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Truly Agentic?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06040" cy="16002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875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Tool Registry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registered tools — load, classify, report, reflect, qa — each callable by name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606040" cy="160020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9875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Planning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4630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uses LLM to select the next tool from an allowed set, not hard-coded branching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914400"/>
            <a:ext cx="2606040" cy="160020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0760" y="9875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Reflect Loop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14630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report generation, agent evaluates output vs data and auto-retries on mismatch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91640" y="2743200"/>
            <a:ext cx="2606040" cy="16002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83080" y="28163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State Memory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2918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persists HR, motion, classification, and rolling QA history across steps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2743200"/>
            <a:ext cx="2606040" cy="160020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8163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HITL Checkpoints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style and chats with agent; agent grounds all answers in data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ORCHESTRATOR  —  iterates S1 … S15, spawns fresh PPGAgent per subject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8595360" cy="3063240"/>
          </a:xfrm>
          <a:prstGeom prst="rect">
            <a:avLst/>
          </a:prstGeom>
          <a:solidFill>
            <a:srgbClr val="13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27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PPGAgent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057400"/>
            <a:ext cx="1508760" cy="233172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57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" y="2743200"/>
            <a:ext cx="13990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tool_load_signal()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BVP bandpass → peak detect → HR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RMS motion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3017520"/>
            <a:ext cx="18288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057400"/>
            <a:ext cx="1508760" cy="233172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2057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23774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57984" y="2743200"/>
            <a:ext cx="13990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next 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[classify, report]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observation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3017520"/>
            <a:ext cx="18288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2057400"/>
            <a:ext cx="1508760" cy="233172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2057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23774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9624" y="2743200"/>
            <a:ext cx="13990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tool_classify()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JSON {condition,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reliability}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017520"/>
            <a:ext cx="18288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2057400"/>
            <a:ext cx="1508760" cy="233172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2057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3774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41264" y="2743200"/>
            <a:ext cx="13990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style choice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tool_report()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/ long clinical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017520"/>
            <a:ext cx="18288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2057400"/>
            <a:ext cx="1508760" cy="23317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78040" y="2057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23774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32904" y="2743200"/>
            <a:ext cx="13990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tool_reflect()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checks data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on fail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4114800" cy="411480"/>
          </a:xfrm>
          <a:prstGeom prst="rect">
            <a:avLst/>
          </a:prstGeom>
          <a:solidFill>
            <a:srgbClr val="13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4572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AgentState   — HR, STD, Motion, Classification, Report, QA History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572000"/>
            <a:ext cx="4160520" cy="411480"/>
          </a:xfrm>
          <a:prstGeom prst="rect">
            <a:avLst/>
          </a:prstGeom>
          <a:solidFill>
            <a:srgbClr val="13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4572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HITL   — style picker (step 4) + open QA loop (step 5)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 → Plan → Act → Reflect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0" y="868680"/>
            <a:ext cx="2103120" cy="109728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0" y="914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PKL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2103120"/>
            <a:ext cx="2103120" cy="109728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3931920"/>
            <a:ext cx="2103120" cy="10972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4434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3931920"/>
            <a:ext cx="210312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4434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validates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vs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2103120" cy="109728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148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asks doubts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1945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1645920" cy="68580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200400"/>
            <a:ext cx="-640080" cy="73152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4709160"/>
            <a:ext cx="-164592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3931920"/>
            <a:ext cx="-640080" cy="-73152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103120"/>
            <a:ext cx="1828800" cy="-68580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&amp; Signal Processing Fixes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tool_load_signal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Bandpass → normalise → peak detect → RMS motion → physio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tool_classify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condition + activity → JSON with regex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Short/long clinical summary (2B-safe prompt)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tool_reflect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report vs data; triggers retry on mismatch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Q&amp;A with 3-turn rolling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 Fixes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6576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find_peaks(ppg, distance=FS*0.4) — no normalise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66344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Z-score normalise first; prominence=0.3, height=0.1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005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 RR interval validation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63440" y="4005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Filter RR ∈ [0.3 s, 1.5 s] → removes motion artefacts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352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acc[int(start*32/64)]  (magic number)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63440" y="4352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acc[s//ratio:(s+win)//ratio]  + explicit ACC_FS=32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700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np.sqrt(np.sum(acc**2, axis=1))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63440" y="4700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np.linalg.norm(acc, axis=1) → then RMS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2B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148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9768" y="9875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Feed rule-based hints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" y="138988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hr_label / motion_label in Python; give to LLM as context — reduces reasoning load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41148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18888" y="9875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Force JSON schema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18888" y="138988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exact JSON template in the prompt; LLM fills blanks instead of free-generating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04288"/>
            <a:ext cx="41148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2377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Regex fallback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277977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_safe_json() extracts first {…} from output using re.search — survives any preamble 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04288"/>
            <a:ext cx="41148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2377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 = 0.1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18888" y="277977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Near-deterministic output — avoids random style switches between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1148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37673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Context ≤ 120 tokens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" y="4169664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context window is tiny; keep prompts under 120 tokens for reliable instruction-following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694176"/>
            <a:ext cx="411480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18888" y="37673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Reflect as guardrail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4169664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tool_reflect() asks a binary ok/issue question — even 2B handles binary classification well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Code Improvements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37560"/>
                <a:gridCol w="3429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script, no tool concept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Registry + AgentState + PPGAgent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BVP, distance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normalise + prominence + RR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indexing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int(start * 32 / 64) — magic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// ratio with explicit ACC_FS=32 constant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multi-line templates, no constraints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120-token prompts + JSON schema + fallback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planning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— hard-coded if/elif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_plan() — LLM selects tool from allowed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 step auto-retries report 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3-turn QA history in AgentState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LLM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7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card (HR ± STD, condition, activity)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Demo — Subject S1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8503920" cy="39776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════════════════════════════════════════════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124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 AGENT › S1   [phi]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════════════════════════════════════════════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[1/5] Observe — loading signal…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HR=74.3±8.1bpm  Motion=1.82  ValidWin=87/100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[2/5] Plan — agent selecting next action…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Selected: classify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768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[3/5] Act — classify HR &amp; activity…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Condition:normal  Activity:light  Reliability:high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Report style (short/long) [short]: short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8529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[4/5] Act — generating report…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[5/5] Reflect — evaluating report quality…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369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✅ Report consistent with 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❓ Any doubts? (yes/no) [no]: no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6210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Agent done — S1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14800" cy="39776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Current 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2B models have &lt; 2B param reasoning — JSON fallback is essential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WESAD only covers 15 subjects — limited generalisability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Single reflect retry — persistent hallucinations not fully handled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No cross-subject memory — agent forgets prior subjects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977640"/>
          </a:xfrm>
          <a:prstGeom prst="rect">
            <a:avLst/>
          </a:prstGeom>
          <a:solidFill>
            <a:srgbClr val="117A6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Next Steps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Swap to Claude / GPT-4o API for richer planning &amp; function-calling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Add vector-store (Chroma) to persist &amp; query subject histories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HRV features (SDNN, RMSSD, pNN50) for deeper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Anomaly detection tool — agent invokes on high STD or motion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886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Streaming output for real-time clinical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832104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Agentic = Tool Registry + LLM Planning + Reflect loop, not just an LLM + prompt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2039112"/>
            <a:ext cx="832104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391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2B models need short prompts, JSON schemas, and deterministic fallbacks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2752344"/>
            <a:ext cx="832104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75234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Signal quality matters: normalise + prominence filter + RR gating = reliable HR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3465576"/>
            <a:ext cx="832104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46557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HITL checkpoints keep the agent safe for clinical / research use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4178808"/>
            <a:ext cx="8321040" cy="5943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178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This architecture scales: swap Ollama for any API model with zero structural change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PPG Analysis System</dc:title>
  <dc:subject>PptxGenJS Presentation</dc:subject>
  <dc:creator>Agentic AI Lab</dc:creator>
  <cp:lastModifiedBy>Agentic AI Lab</cp:lastModifiedBy>
  <cp:revision>1</cp:revision>
  <dcterms:created xsi:type="dcterms:W3CDTF">2026-05-12T04:54:50Z</dcterms:created>
  <dcterms:modified xsi:type="dcterms:W3CDTF">2026-05-12T04:54:50Z</dcterms:modified>
</cp:coreProperties>
</file>